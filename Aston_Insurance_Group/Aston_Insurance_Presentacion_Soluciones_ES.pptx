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ASTON INSURANCE GROUP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Operativa y Soluciones de Automatización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Rubio, Directora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marzo,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Encontramos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negocio con una base sólida — y un potencial significativo sin explotar.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755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precisión telefónica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07208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755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07208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80720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en el Negocio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07208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sólida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82896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22976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7556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82896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882896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ACA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82896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ingresos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58584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98664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75564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58584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958584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Marketing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58584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actividad de email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datos de clientes son sólidos. Su equipo es dedicado. Lo que falta son los sistemas para aprovechar ambos.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Desafíos Actuales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de Botella en Verificación de Pólizas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Mery dedica el 100% de su tiempo a verificar manualmente 3,000 pólizas contra Health Sherpa y Healthcare.gov. Es una empleada a tiempo completo en tareas repetitivas.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901952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848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Actividad de Marketing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221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contactos de clientes con datos excelentes — cero campañas de email, cero mensajes de cumpleaños, cero ventas cruzadas. Se están dejando ingresos sobre la mesa.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8094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7980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Desconectados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31181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NO está conectado a ZOHO. Cada llamada, cada texto — sin registro en el CRM. Su equipo trabaja a ciegas.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694176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770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941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Consentimiento SMS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54480" y="40142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consentimiento para marketing por SMS no se captura durante el registro. Esto debe corregirse antes de cualquier envío masivo — es un requisito legal (TCPA).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Caso Financiero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automatización puede ahorrarle — anualmente.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$78,936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Anual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$21,500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 meses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Retorno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$208K+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 3 Años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 de Verificación de Pólizas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$8,000-$12,000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Flujos de Trabajo Administrativo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$3,500-$5,000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 de Cumpleaños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$9,875*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$500-$800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Campañas de Venta Cruzada por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$26,252*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$1,500-$2,500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de Edad para Medicare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$9,000-$18,000*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$800-$1,200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de Seguimiento de Pagos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$1,200-$1,800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Generación de ingresos (ingresos nuevos), no solo ahorros de costos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Implementaremos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Victorias Rápidas  (Mes 1-2)  |  $3,800-$5,800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consentimiento SMS en todos los formularios de registro (base de cumplimiento)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393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cumpleaños — 250 mensajes personalizados/mes vía ZOHO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edad Medicare — marca automáticamente clientes 6 meses antes de cumplir 65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591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de pago por SMS masivo reemplazando envíos uno por uno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2615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documentos migrado de Excel a flujos de trabajo en ZOHO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0"/>
          <p:cNvSpPr/>
          <p:nvPr/>
        </p:nvSpPr>
        <p:spPr>
          <a:xfrm>
            <a:off x="8229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Fundación  (Mes 2-4)  |  $5,500-$9,000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4728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34440" y="3410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RingCentral-ZOHO — cada llamada se registra automáticamente en el expediente del cliente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3989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3444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email marketing en español (5-7 campañas de venta cruzada)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03250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3444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por producto para alcance dirigido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325112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34440" y="4288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tareas administrativas con blueprints de ZOHO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61772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234440" y="45811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autoservicio para solicitudes de tarjeta de ID y lista de médicos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Implementaremos (cont.)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Automatización Avanzada  (Mes 4-6)  |  $3,000-$5,500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 flujo de verificación de pólizas en ZOHO — seguimiento y alertas optimizados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393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avanzado de KPIs — métricas en tiempo real para toda la operación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automatizada de renovación — recordatorios con 90 días de anticipación a los 3,000 clientes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591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completa de ZOHO — flujos de trabajo, reglas de automatización, asignación de tareas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31520" y="2743200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9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Cambia Para Su Equipo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8328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Miembro del Equipo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de la Implementación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verificación de pólizas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verificación + 70% atención al cliente y ventas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Yuliana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tareas administrativas todo el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 15 hrs/semana para alcance proactivo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Llamadas sin contexto del 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completo del cliente en cada llamada vía ZOHO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Encuentra clientes Medicare por accidente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leads de Medicare generados automáticamente cada 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Cronograma de Implementación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6400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916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Victorias Rápidas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Consentimiento, cumpleaños,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Medicare, SMS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2-4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RingCentral,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email, portal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4-6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verificación,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renovaciones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16916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Completo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sistemas activos,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enfocado en ventas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6 Meses: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87368"/>
            <a:ext cx="164592" cy="1645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 horas/semana liberadas de tareas manuales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087368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292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clientes recibiendo contactos automatizados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164592" cy="1645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88720" y="4325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email marketing enviadas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343400"/>
            <a:ext cx="164592" cy="1645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29200" y="4325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+ ZOHO completamente integrados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Hitos de los Primeros 30 Días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 en el primer 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533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nuevos clientes con consentimiento SMS capturado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562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783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cumpleaños enviándose automáticamente cada día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591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286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leads de Medicare generados por alerta de edad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62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seguimiento de pagos reducido en un 80%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36499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3291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Excel eliminadas para seguimiento de documentos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8679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3794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plantillas SMS en español lista para el equipo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Nivel de Suscripción ZOHO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Verificamos qué funciones están disponibles y si se necesita una actualización ($50-$100/mes)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Reunión de Inicio con el Equipo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el plan, asignar responsables de la Fase 1, establecer metas a 30 días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Implementación de Fase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564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SMS, automatización de cumpleaños, alerta Medicare — resultados en 2 semanas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 comenzar?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Aston Insurance Group - Presentación de Soluciones</dc:title>
  <dc:subject>PptxGenJS Presentation</dc:subject>
  <dc:creator>Analista de Crecimiento Operativo</dc:creator>
  <cp:lastModifiedBy>Analista de Crecimiento Operativo</cp:lastModifiedBy>
  <cp:revision>1</cp:revision>
  <dcterms:created xsi:type="dcterms:W3CDTF">2026-03-04T01:57:14Z</dcterms:created>
  <dcterms:modified xsi:type="dcterms:W3CDTF">2026-03-04T01:57:14Z</dcterms:modified>
</cp:coreProperties>
</file>