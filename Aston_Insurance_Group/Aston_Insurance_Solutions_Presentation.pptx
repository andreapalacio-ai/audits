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ASTON INSURANCE GROUP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Transformation &amp; Automation Solutions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Adriana Rubio, Principal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4,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Found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with a strong foundation — and significant untapped potential.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28800" cy="2011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64592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7556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phone accuracy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07208" y="1463040"/>
            <a:ext cx="1828800" cy="2011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7288" y="164592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7556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07208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2807208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Business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807208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reputation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882896" y="1463040"/>
            <a:ext cx="1828800" cy="2011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522976" y="164592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75564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82896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4882896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 Concentration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82896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risk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58584" y="1463040"/>
            <a:ext cx="1828800" cy="20116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598664" y="164592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175564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58584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6958584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958584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email activity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data is solid. Your team is dedicated. What's missing is the systems to leverage both.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54864" cy="7772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005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Verification Bottleneck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54480" y="1325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Mery spends 100% of her time manually checking 3,000 policies against Health Sherpa and Healthcare.gov. That's one full-time employee on repetitive lookups.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901952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848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1901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Marketing Activity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54480" y="22219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client contacts with excellent data — zero email campaigns, zero birthday messages, zero cross-sell outreach. Revenue is being left on the table.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98094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7980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554480" y="31181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RingCentral is NOT connected to ZOHO. Every call, every text — no record in the CRM. Your team works blind.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31520" y="3694176"/>
            <a:ext cx="54864" cy="7772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7705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69417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Consent Gap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554480" y="40142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marketing consent is not captured during intake. This must be fixed before any bulk messaging — it's a legal requirement (TCPA).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Financial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automation can save you — annually.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$78,936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$21,500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8346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 mo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$208K+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Benefit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Verification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$34,580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$8,000-$12,000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Task Workflows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$3,500-$5,000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$9,875*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$500-$800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Cross-Sell Campaigns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$26,252*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$1,500-$2,500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Medicare Age Trigger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$9,000-$18,000*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$800-$1,200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Follow-up SMS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$1,200-$1,800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48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31520" y="466344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Revenue generation (new income), not just cost savings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Will Implement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Quick Wins  (Month 1-2)  |  $3,800-$5,800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81328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44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consent capture added to all intake forms (compliance foundation)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73936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automation — 250 personalized messages/month via ZOHO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66544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029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age trigger — auto-flags clients 6 months before turning 65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5915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23225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SMS payment reminders replacing one-by-one texting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651760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26151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tracking moved from Excel to ZOHO workflows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731520" y="2971800"/>
            <a:ext cx="76809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0"/>
          <p:cNvSpPr/>
          <p:nvPr/>
        </p:nvSpPr>
        <p:spPr>
          <a:xfrm>
            <a:off x="822960" y="2971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Foundation  (Month 2-4)  |  $5,500-$9,000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47288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34440" y="34107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RingCentral-ZOHO integration — every call logs to client record automatically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739896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3444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templates in Spanish (5-7 cross-sell campaigns)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032504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34440" y="3995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segmentation by product for targeted outreach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4325112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34440" y="4288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task standardization with ZOHO blueprints</a:t>
            </a:r>
            <a:endParaRPr lang="en-US" sz="11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617720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234440" y="45811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 for ID card and doctor list requests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Will Implement (cont.)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Advanced Automation  (Month 4-6)  |  $3,000-$5,500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81328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44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verification workflow automation in ZOHO — streamlined tracking and alerts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73936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KPI dashboard — real-time metrics for the entire operation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66544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029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renewal campaign — 90-day advance reminders to all 3,000 clients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59152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23225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ZOHO optimization — workflows, automation rules, task routing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731520" y="2743200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9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Changes For Your Team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383280"/>
          <a:ext cx="7680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policy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verification + 70% client service &amp; sales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Yuliana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admin tasks all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Gains 15 hrs/week for proactive outreach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with no CRM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client history on every call via ZOHO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Medicare clients by accident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auto-generated Medicare leads 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920240"/>
            <a:ext cx="6400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69164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Consent, birthday,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trigger, SMS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2-4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RingCentral integration,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campaigns, portal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691640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4-6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6636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automation,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renewals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0" y="169164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143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2377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systems running,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refocused on sales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6 Months: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87368"/>
            <a:ext cx="164592" cy="16459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8872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48.5 hours/week freed from manual tasks</a:t>
            </a:r>
            <a:endParaRPr lang="en-US" sz="10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4087368"/>
            <a:ext cx="164592" cy="16459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2920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clients receiving automated touchpoints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3400"/>
            <a:ext cx="164592" cy="16459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88720" y="4325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email marketing campaigns ever sent</a:t>
            </a:r>
            <a:endParaRPr lang="en-US" sz="1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343400"/>
            <a:ext cx="164592" cy="16459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29200" y="4325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RingCentral + ZOHO fully integrated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30-Day Success Milestones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in the first month.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533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2801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new clients have SMS consent captured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78308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5623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7830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messages sending automatically every day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2286000"/>
            <a:ext cx="7680960" cy="411480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5915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286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Medicare leads generated from age trigger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31520" y="278892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86207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27889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follow-up time reduced by 80%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31520" y="3291840"/>
            <a:ext cx="7680960" cy="411480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364992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32918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spreadsheets eliminated for doc tracking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731520" y="379476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867912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63040" y="3794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SMS template library ready for team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ZOHO Subscription Tier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276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verify which features are available and if an upgrade is needed ($50-$100/mo)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194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Kickoff Meeting with Team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542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plan, assign Phase 1 owners, set 30-day milestone targets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108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Phase 1 Implementation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4564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consent, birthday automation, Medicare trigger — results within 2 weeks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4069080"/>
            <a:ext cx="45720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get started?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Aston Insurance Group - Solutions Presentation</dc:title>
  <dc:subject>PptxGenJS Presentation</dc:subject>
  <dc:creator>Operations Growth Analyst</dc:creator>
  <cp:lastModifiedBy>Operations Growth Analyst</cp:lastModifiedBy>
  <cp:revision>1</cp:revision>
  <dcterms:created xsi:type="dcterms:W3CDTF">2026-03-04T01:50:15Z</dcterms:created>
  <dcterms:modified xsi:type="dcterms:W3CDTF">2026-03-04T01:50:15Z</dcterms:modified>
</cp:coreProperties>
</file>